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4774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114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85969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367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3197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982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4544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5578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6293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0422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6921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2212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Lexical Analyzer in NLP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a Lexical Analyzer?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  <a:defRPr sz="24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Converts sentences into tokens</a:t>
            </a:r>
          </a:p>
          <a:p>
            <a:pPr>
              <a:buFont typeface="Arial" panose="020B0604020202020204" pitchFamily="34" charset="0"/>
              <a:buChar char="•"/>
              <a:defRPr sz="24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words, numbers, and symbols</a:t>
            </a:r>
          </a:p>
          <a:p>
            <a:pPr>
              <a:buFont typeface="Arial" panose="020B0604020202020204" pitchFamily="34" charset="0"/>
              <a:buChar char="•"/>
              <a:defRPr sz="24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language-independent preprocessing</a:t>
            </a:r>
          </a:p>
          <a:p>
            <a:pPr>
              <a:buFont typeface="Arial" panose="020B0604020202020204" pitchFamily="34" charset="0"/>
              <a:buChar char="•"/>
              <a:defRPr sz="24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Forms the foundation for syntax analysis</a:t>
            </a:r>
          </a:p>
          <a:p>
            <a:pPr>
              <a:buFont typeface="Arial" panose="020B0604020202020204" pitchFamily="34" charset="0"/>
              <a:buChar char="•"/>
              <a:defRPr sz="24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 with text normalization</a:t>
            </a:r>
          </a:p>
          <a:p>
            <a:pPr>
              <a:buFont typeface="Arial" panose="020B0604020202020204" pitchFamily="34" charset="0"/>
              <a:buChar char="•"/>
              <a:defRPr sz="2400"/>
            </a:pPr>
            <a:r>
              <a:rPr lang="en-US" dirty="0"/>
              <a:t>Example: 'Hello World' → Hello, World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  <a:defRPr sz="2400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  <a:defRPr sz="2400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  <a:defRPr sz="24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Tokenization of text</a:t>
            </a:r>
          </a:p>
          <a:p>
            <a:pPr>
              <a:buFont typeface="Arial" panose="020B0604020202020204" pitchFamily="34" charset="0"/>
              <a:buChar char="•"/>
              <a:defRPr sz="24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Removal of stop words</a:t>
            </a:r>
          </a:p>
          <a:p>
            <a:pPr>
              <a:buFont typeface="Arial" panose="020B0604020202020204" pitchFamily="34" charset="0"/>
              <a:buChar char="•"/>
              <a:defRPr sz="24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normalization (lowercasing)</a:t>
            </a:r>
          </a:p>
          <a:p>
            <a:pPr>
              <a:buFont typeface="Arial" panose="020B0604020202020204" pitchFamily="34" charset="0"/>
              <a:buChar char="•"/>
              <a:defRPr sz="24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Handling punctuation and symbols</a:t>
            </a:r>
          </a:p>
          <a:p>
            <a:pPr>
              <a:buFont typeface="Arial" panose="020B0604020202020204" pitchFamily="34" charset="0"/>
              <a:buChar char="•"/>
              <a:defRPr sz="24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error detection in text</a:t>
            </a:r>
          </a:p>
          <a:p>
            <a:pPr>
              <a:buFont typeface="Arial" panose="020B0604020202020204" pitchFamily="34" charset="0"/>
              <a:buChar char="•"/>
              <a:defRPr sz="24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Creates structured token output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  <a:defRPr sz="24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Receive raw text as input</a:t>
            </a:r>
          </a:p>
          <a:p>
            <a:pPr>
              <a:buFont typeface="Arial" panose="020B0604020202020204" pitchFamily="34" charset="0"/>
              <a:buChar char="•"/>
              <a:defRPr sz="24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Split text into individual tokens</a:t>
            </a:r>
          </a:p>
          <a:p>
            <a:pPr>
              <a:buFont typeface="Arial" panose="020B0604020202020204" pitchFamily="34" charset="0"/>
              <a:buChar char="•"/>
              <a:defRPr sz="24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Normalize words and characters</a:t>
            </a:r>
          </a:p>
          <a:p>
            <a:pPr>
              <a:buFont typeface="Arial" panose="020B0604020202020204" pitchFamily="34" charset="0"/>
              <a:buChar char="•"/>
              <a:defRPr sz="24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 unwanted tokens</a:t>
            </a:r>
          </a:p>
          <a:p>
            <a:pPr>
              <a:buFont typeface="Arial" panose="020B0604020202020204" pitchFamily="34" charset="0"/>
              <a:buChar char="•"/>
              <a:defRPr sz="24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clean token sequence</a:t>
            </a:r>
          </a:p>
          <a:p>
            <a:pPr>
              <a:buFont typeface="Arial" panose="020B0604020202020204" pitchFamily="34" charset="0"/>
              <a:buChar char="•"/>
              <a:defRPr sz="24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 output to next NLP stage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  <a:defRPr sz="2400"/>
            </a:pPr>
            <a:r>
              <a:rPr lang="en-US" dirty="0"/>
              <a:t>Example: 'Cats are running.' → cats, running</a:t>
            </a:r>
          </a:p>
          <a:p>
            <a:pPr>
              <a:buFont typeface="Arial" panose="020B0604020202020204" pitchFamily="34" charset="0"/>
              <a:buChar char="•"/>
              <a:defRPr sz="2400"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&amp;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  <a:defRPr sz="24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in chatbots and virtual assistants</a:t>
            </a:r>
          </a:p>
          <a:p>
            <a:pPr>
              <a:buFont typeface="Arial" panose="020B0604020202020204" pitchFamily="34" charset="0"/>
              <a:buChar char="•"/>
              <a:defRPr sz="24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sentiment analysis</a:t>
            </a:r>
          </a:p>
          <a:p>
            <a:pPr>
              <a:buFont typeface="Arial" panose="020B0604020202020204" pitchFamily="34" charset="0"/>
              <a:buChar char="•"/>
              <a:defRPr sz="24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information retrieval</a:t>
            </a:r>
          </a:p>
          <a:p>
            <a:pPr>
              <a:buFont typeface="Arial" panose="020B0604020202020204" pitchFamily="34" charset="0"/>
              <a:buChar char="•"/>
              <a:defRPr sz="24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Essential for machine translation</a:t>
            </a:r>
          </a:p>
          <a:p>
            <a:pPr>
              <a:buFont typeface="Arial" panose="020B0604020202020204" pitchFamily="34" charset="0"/>
              <a:buChar char="•"/>
              <a:defRPr sz="24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Enhances text classification accuracy</a:t>
            </a:r>
          </a:p>
          <a:p>
            <a:pPr>
              <a:buFont typeface="Arial" panose="020B0604020202020204" pitchFamily="34" charset="0"/>
              <a:buChar char="•"/>
              <a:defRPr sz="24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preprocessing time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  <a:defRPr sz="24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Lexical analysis is the first step in NLP text processing.</a:t>
            </a:r>
          </a:p>
          <a:p>
            <a:pPr>
              <a:buFont typeface="Arial" panose="020B0604020202020204" pitchFamily="34" charset="0"/>
              <a:buChar char="•"/>
              <a:defRPr sz="24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converts raw text into meaningful tokens.</a:t>
            </a:r>
          </a:p>
          <a:p>
            <a:pPr>
              <a:buFont typeface="Arial" panose="020B0604020202020204" pitchFamily="34" charset="0"/>
              <a:buChar char="•"/>
              <a:defRPr sz="24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 tokenization improves NLP model performance.</a:t>
            </a:r>
          </a:p>
          <a:p>
            <a:pPr>
              <a:buFont typeface="Arial" panose="020B0604020202020204" pitchFamily="34" charset="0"/>
              <a:buChar char="•"/>
              <a:defRPr sz="24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enables accurate syntax and semantic analysis.</a:t>
            </a:r>
          </a:p>
          <a:p>
            <a:pPr>
              <a:buFont typeface="Arial" panose="020B0604020202020204" pitchFamily="34" charset="0"/>
              <a:buChar char="•"/>
              <a:defRPr sz="24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Widely used in chatbots, search engines, and text analytics.</a:t>
            </a:r>
          </a:p>
          <a:p>
            <a:pPr>
              <a:buFont typeface="Arial" panose="020B0604020202020204" pitchFamily="34" charset="0"/>
              <a:buChar char="•"/>
              <a:defRPr sz="24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strong lexical analyzer builds the foundation for efficient NLP systems.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73D937F-8957-EFA7-EE94-01D0608839F8}"/>
              </a:ext>
            </a:extLst>
          </p:cNvPr>
          <p:cNvSpPr txBox="1"/>
          <p:nvPr/>
        </p:nvSpPr>
        <p:spPr>
          <a:xfrm>
            <a:off x="1199535" y="2300748"/>
            <a:ext cx="707922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latin typeface="Arial Black" panose="020B0A04020102020204" pitchFamily="34" charset="0"/>
              </a:rPr>
              <a:t>THANK YOU</a:t>
            </a:r>
            <a:endParaRPr lang="en-IN" sz="72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8348688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13</TotalTime>
  <Words>196</Words>
  <Application>Microsoft Office PowerPoint</Application>
  <PresentationFormat>On-screen Show (4:3)</PresentationFormat>
  <Paragraphs>38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Arial Black</vt:lpstr>
      <vt:lpstr>Calibri</vt:lpstr>
      <vt:lpstr>Calibri Light</vt:lpstr>
      <vt:lpstr>Times New Roman</vt:lpstr>
      <vt:lpstr>Retrospect</vt:lpstr>
      <vt:lpstr>Lexical Analyzer in NLP</vt:lpstr>
      <vt:lpstr>What is a Lexical Analyzer?</vt:lpstr>
      <vt:lpstr>Key Functions</vt:lpstr>
      <vt:lpstr>Working Process</vt:lpstr>
      <vt:lpstr>Applications &amp; Benefits</vt:lpstr>
      <vt:lpstr>Conclusion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Vuddagiri Naga Nischay</dc:creator>
  <cp:keywords/>
  <dc:description>generated using python-pptx</dc:description>
  <cp:lastModifiedBy>Vuddagiri Naga Nischay</cp:lastModifiedBy>
  <cp:revision>2</cp:revision>
  <dcterms:created xsi:type="dcterms:W3CDTF">2013-01-27T09:14:16Z</dcterms:created>
  <dcterms:modified xsi:type="dcterms:W3CDTF">2026-07-16T03:42:57Z</dcterms:modified>
  <cp:category/>
</cp:coreProperties>
</file>